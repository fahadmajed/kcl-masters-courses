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658" r:id="rId2"/>
  </p:sldIdLst>
  <p:sldSz cx="9144000" cy="6858000" type="overhead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38" autoAdjust="0"/>
    <p:restoredTop sz="83462" autoAdjust="0"/>
  </p:normalViewPr>
  <p:slideViewPr>
    <p:cSldViewPr snapToGrid="0">
      <p:cViewPr varScale="1">
        <p:scale>
          <a:sx n="92" d="100"/>
          <a:sy n="92" d="100"/>
        </p:scale>
        <p:origin x="2328" y="184"/>
      </p:cViewPr>
      <p:guideLst/>
    </p:cSldViewPr>
  </p:slideViewPr>
  <p:outlineViewPr>
    <p:cViewPr>
      <p:scale>
        <a:sx n="33" d="100"/>
        <a:sy n="33" d="100"/>
      </p:scale>
      <p:origin x="0" y="-7701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372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AEDCE8-C4FA-4A83-84A1-76656258D41A}" type="datetimeFigureOut">
              <a:rPr lang="en-GB" smtClean="0"/>
              <a:t>27/08/2020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D33081-74F5-4141-90AA-170E6E0995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43321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AA8B6C-DA4C-41B0-A80B-D30E8AA980A5}" type="datetimeFigureOut">
              <a:rPr lang="en-GB" smtClean="0"/>
              <a:t>27/08/2020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CEAD2B-4528-43F8-BD40-14785C9B3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4396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CEAD2B-4528-43F8-BD40-14785C9B35E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8983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7437-D325-410B-BE35-969C276C4A18}" type="datetimeFigureOut">
              <a:rPr lang="en-GB" smtClean="0"/>
              <a:t>27/08/2020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38494-C9ED-4E98-B7C3-98D77A501A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563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90D338-CA5B-6F49-8AB3-02A1CFC1AA44}"/>
              </a:ext>
            </a:extLst>
          </p:cNvPr>
          <p:cNvSpPr/>
          <p:nvPr userDrawn="1"/>
        </p:nvSpPr>
        <p:spPr>
          <a:xfrm>
            <a:off x="0" y="0"/>
            <a:ext cx="9144000" cy="8350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600" y="18256"/>
            <a:ext cx="8159750" cy="816770"/>
          </a:xfrm>
        </p:spPr>
        <p:txBody>
          <a:bodyPr>
            <a:normAutofit/>
          </a:bodyPr>
          <a:lstStyle>
            <a:lvl1pPr>
              <a:defRPr lang="en-US" sz="3200" b="1" kern="1200" dirty="0">
                <a:solidFill>
                  <a:schemeClr val="tx1"/>
                </a:solidFill>
                <a:latin typeface="Calibri Light" panose="020F0302020204030204" pitchFamily="34" charset="0"/>
                <a:ea typeface="ヒラギノ明朝 ProN W3" panose="02020300000000000000" pitchFamily="18" charset="-128"/>
                <a:cs typeface="ヒラギノ角ゴ ProN W3" panose="020B0300000000000000" pitchFamily="34" charset="-128"/>
                <a:sym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7437-D325-410B-BE35-969C276C4A18}" type="datetimeFigureOut">
              <a:rPr lang="en-GB" smtClean="0"/>
              <a:t>27/08/2020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69FE07E6-BF23-45A5-B8A1-CF11E0F9D1EB}" type="slidenum">
              <a:rPr lang="en-GB" smtClean="0"/>
              <a:pPr/>
              <a:t>‹#›</a:t>
            </a:fld>
            <a:r>
              <a:rPr lang="en-GB" dirty="0"/>
              <a:t>/57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38494-C9ED-4E98-B7C3-98D77A501A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5435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7437-D325-410B-BE35-969C276C4A18}" type="datetimeFigureOut">
              <a:rPr lang="en-GB" smtClean="0"/>
              <a:t>27/08/2020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38494-C9ED-4E98-B7C3-98D77A501A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5626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7437-D325-410B-BE35-969C276C4A18}" type="datetimeFigureOut">
              <a:rPr lang="en-GB" smtClean="0"/>
              <a:t>27/08/2020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38494-C9ED-4E98-B7C3-98D77A501A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618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7437-D325-410B-BE35-969C276C4A18}" type="datetimeFigureOut">
              <a:rPr lang="en-GB" smtClean="0"/>
              <a:t>27/08/2020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38494-C9ED-4E98-B7C3-98D77A501A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5319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7437-D325-410B-BE35-969C276C4A18}" type="datetimeFigureOut">
              <a:rPr lang="en-GB" smtClean="0"/>
              <a:t>27/08/2020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38494-C9ED-4E98-B7C3-98D77A501A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1002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7437-D325-410B-BE35-969C276C4A18}" type="datetimeFigureOut">
              <a:rPr lang="en-GB" smtClean="0"/>
              <a:t>27/08/2020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38494-C9ED-4E98-B7C3-98D77A501A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6449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7437-D325-410B-BE35-969C276C4A18}" type="datetimeFigureOut">
              <a:rPr lang="en-GB" smtClean="0"/>
              <a:t>27/08/2020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38494-C9ED-4E98-B7C3-98D77A501A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3302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7437-D325-410B-BE35-969C276C4A18}" type="datetimeFigureOut">
              <a:rPr lang="en-GB" smtClean="0"/>
              <a:t>27/08/2020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38494-C9ED-4E98-B7C3-98D77A501A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247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7437-D325-410B-BE35-969C276C4A18}" type="datetimeFigureOut">
              <a:rPr lang="en-GB" smtClean="0"/>
              <a:t>27/08/2020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38494-C9ED-4E98-B7C3-98D77A501A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7175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7437-D325-410B-BE35-969C276C4A18}" type="datetimeFigureOut">
              <a:rPr lang="en-GB" smtClean="0"/>
              <a:t>27/08/2020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38494-C9ED-4E98-B7C3-98D77A501A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2332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37437-D325-410B-BE35-969C276C4A18}" type="datetimeFigureOut">
              <a:rPr lang="en-GB" smtClean="0"/>
              <a:t>27/08/2020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38494-C9ED-4E98-B7C3-98D77A501A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9745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83457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915" y="1"/>
            <a:ext cx="8338456" cy="899886"/>
          </a:xfrm>
        </p:spPr>
        <p:txBody>
          <a:bodyPr>
            <a:normAutofit/>
          </a:bodyPr>
          <a:lstStyle/>
          <a:p>
            <a:r>
              <a:rPr lang="en-GB" sz="3200" b="1" noProof="0" dirty="0"/>
              <a:t>What is an agent?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915" y="1204686"/>
            <a:ext cx="8338456" cy="536302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2400" noProof="0" dirty="0"/>
              <a:t>Agents are </a:t>
            </a:r>
            <a:r>
              <a:rPr lang="en-GB" sz="2400" b="1" noProof="0" dirty="0">
                <a:solidFill>
                  <a:srgbClr val="FF0000"/>
                </a:solidFill>
              </a:rPr>
              <a:t>autonomous</a:t>
            </a:r>
            <a:r>
              <a:rPr lang="en-GB" sz="2400" noProof="0" dirty="0"/>
              <a:t> (decide for themselves what to do) and typically </a:t>
            </a:r>
            <a:r>
              <a:rPr lang="en-GB" sz="2400" b="1" noProof="0" dirty="0">
                <a:solidFill>
                  <a:srgbClr val="FF0000"/>
                </a:solidFill>
              </a:rPr>
              <a:t>self-interested</a:t>
            </a:r>
            <a:r>
              <a:rPr lang="en-GB" sz="2400" noProof="0" dirty="0"/>
              <a:t> (act so as to try to achieve their goals).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2400" noProof="0" dirty="0"/>
              <a:t>We’re interested in agents that are </a:t>
            </a:r>
            <a:r>
              <a:rPr lang="en-GB" sz="2400" b="1" noProof="0" dirty="0">
                <a:solidFill>
                  <a:srgbClr val="FF0000"/>
                </a:solidFill>
              </a:rPr>
              <a:t>intelligent </a:t>
            </a:r>
            <a:r>
              <a:rPr lang="en-GB" sz="2400" noProof="0" dirty="0"/>
              <a:t>(can work out the best way to act in a complex, unpredictable </a:t>
            </a:r>
            <a:r>
              <a:rPr lang="en-GB" sz="2400" b="1" noProof="0" dirty="0">
                <a:solidFill>
                  <a:srgbClr val="FF0000"/>
                </a:solidFill>
              </a:rPr>
              <a:t>environment</a:t>
            </a:r>
            <a:r>
              <a:rPr lang="en-GB" sz="2400" noProof="0" dirty="0"/>
              <a:t>) and that </a:t>
            </a:r>
            <a:r>
              <a:rPr lang="en-GB" sz="2400" b="1" noProof="0" dirty="0">
                <a:solidFill>
                  <a:srgbClr val="FF0000"/>
                </a:solidFill>
              </a:rPr>
              <a:t>interact with other agents</a:t>
            </a:r>
            <a:r>
              <a:rPr lang="en-GB" sz="2400" noProof="0" dirty="0"/>
              <a:t>.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2400" noProof="0" dirty="0"/>
              <a:t>Agents can be: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400" noProof="0" dirty="0"/>
              <a:t>Software programs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400" noProof="0" dirty="0"/>
              <a:t>Robots (including autonomous vehicles)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400" noProof="0" dirty="0"/>
              <a:t>People or other organisms</a:t>
            </a:r>
          </a:p>
        </p:txBody>
      </p:sp>
    </p:spTree>
    <p:extLst>
      <p:ext uri="{BB962C8B-B14F-4D97-AF65-F5344CB8AC3E}">
        <p14:creationId xmlns:p14="http://schemas.microsoft.com/office/powerpoint/2010/main" val="1452557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11826</TotalTime>
  <Words>77</Words>
  <Application>Microsoft Macintosh PowerPoint</Application>
  <PresentationFormat>Overhead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What is an agent?</vt:lpstr>
    </vt:vector>
  </TitlesOfParts>
  <Company>King's College London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Introduction</dc:title>
  <dc:creator>Black, Elizabeth</dc:creator>
  <cp:lastModifiedBy>Black, Elizabeth</cp:lastModifiedBy>
  <cp:revision>529</cp:revision>
  <cp:lastPrinted>2019-09-21T14:54:22Z</cp:lastPrinted>
  <dcterms:created xsi:type="dcterms:W3CDTF">2017-09-25T10:51:27Z</dcterms:created>
  <dcterms:modified xsi:type="dcterms:W3CDTF">2020-08-27T14:04:25Z</dcterms:modified>
</cp:coreProperties>
</file>