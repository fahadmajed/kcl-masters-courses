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691" r:id="rId2"/>
    <p:sldId id="692" r:id="rId3"/>
    <p:sldId id="693" r:id="rId4"/>
  </p:sldIdLst>
  <p:sldSz cx="9144000" cy="6858000" type="overhead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83441" autoAdjust="0"/>
  </p:normalViewPr>
  <p:slideViewPr>
    <p:cSldViewPr snapToGrid="0">
      <p:cViewPr varScale="1">
        <p:scale>
          <a:sx n="160" d="100"/>
          <a:sy n="160" d="100"/>
        </p:scale>
        <p:origin x="384" y="176"/>
      </p:cViewPr>
      <p:guideLst/>
    </p:cSldViewPr>
  </p:slideViewPr>
  <p:outlineViewPr>
    <p:cViewPr>
      <p:scale>
        <a:sx n="33" d="100"/>
        <a:sy n="33" d="100"/>
      </p:scale>
      <p:origin x="0" y="-7701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2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EDCE8-C4FA-4A83-84A1-76656258D41A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33081-74F5-4141-90AA-170E6E0995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332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A8B6C-DA4C-41B0-A80B-D30E8AA980A5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AD2B-4528-43F8-BD40-14785C9B3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39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EAD2B-4528-43F8-BD40-14785C9B35E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99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EAD2B-4528-43F8-BD40-14785C9B35E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7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EAD2B-4528-43F8-BD40-14785C9B35E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68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56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90D338-CA5B-6F49-8AB3-02A1CFC1AA44}"/>
              </a:ext>
            </a:extLst>
          </p:cNvPr>
          <p:cNvSpPr/>
          <p:nvPr userDrawn="1"/>
        </p:nvSpPr>
        <p:spPr>
          <a:xfrm>
            <a:off x="0" y="0"/>
            <a:ext cx="9144000" cy="835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8256"/>
            <a:ext cx="8159750" cy="816770"/>
          </a:xfrm>
        </p:spPr>
        <p:txBody>
          <a:bodyPr>
            <a:normAutofit/>
          </a:bodyPr>
          <a:lstStyle>
            <a:lvl1pPr>
              <a:defRPr lang="en-US" sz="3200" b="1" kern="1200" dirty="0">
                <a:solidFill>
                  <a:schemeClr val="tx1"/>
                </a:solidFill>
                <a:latin typeface="Calibri Light" panose="020F0302020204030204" pitchFamily="34" charset="0"/>
                <a:ea typeface="ヒラギノ明朝 ProN W3" panose="02020300000000000000" pitchFamily="18" charset="-128"/>
                <a:cs typeface="ヒラギノ角ゴ ProN W3" panose="020B0300000000000000" pitchFamily="34" charset="-128"/>
                <a:sym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9FE07E6-BF23-45A5-B8A1-CF11E0F9D1EB}" type="slidenum">
              <a:rPr lang="en-GB" smtClean="0"/>
              <a:pPr/>
              <a:t>‹#›</a:t>
            </a:fld>
            <a:r>
              <a:rPr lang="en-GB" dirty="0"/>
              <a:t>/57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43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62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1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31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00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44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30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24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17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33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37437-D325-410B-BE35-969C276C4A18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74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34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15" y="1"/>
            <a:ext cx="8338456" cy="899886"/>
          </a:xfrm>
        </p:spPr>
        <p:txBody>
          <a:bodyPr>
            <a:normAutofit/>
          </a:bodyPr>
          <a:lstStyle/>
          <a:p>
            <a:r>
              <a:rPr lang="en-GB" sz="3200" b="1" noProof="0" dirty="0"/>
              <a:t>Reactivity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15" y="1204686"/>
            <a:ext cx="8338456" cy="5363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noProof="0" dirty="0"/>
              <a:t>Agents operate in multi-agent dynamic environments:</a:t>
            </a:r>
          </a:p>
          <a:p>
            <a:pPr>
              <a:buFontTx/>
              <a:buChar char="-"/>
            </a:pPr>
            <a:r>
              <a:rPr lang="en-GB" sz="2400" dirty="0"/>
              <a:t>T</a:t>
            </a:r>
            <a:r>
              <a:rPr lang="en-GB" sz="2400" noProof="0" dirty="0"/>
              <a:t>hey can’t control the actions of other agents;</a:t>
            </a:r>
          </a:p>
          <a:p>
            <a:pPr>
              <a:buFontTx/>
              <a:buChar char="-"/>
            </a:pPr>
            <a:r>
              <a:rPr lang="en-GB" sz="2400" dirty="0"/>
              <a:t>The environment can change in unexpected or </a:t>
            </a:r>
            <a:r>
              <a:rPr lang="en-GB" sz="2400"/>
              <a:t>unpredictable ways.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r>
              <a:rPr lang="en-GB" sz="2400" dirty="0"/>
              <a:t>Need to be able to adapt to changes in the environment.</a:t>
            </a:r>
            <a:r>
              <a:rPr lang="en-GB" sz="2400" noProof="0" dirty="0"/>
              <a:t> 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r>
              <a:rPr lang="en-GB" sz="2400" noProof="0" dirty="0"/>
              <a:t>A </a:t>
            </a:r>
            <a:r>
              <a:rPr lang="en-GB" sz="2400" b="1" noProof="0" dirty="0">
                <a:solidFill>
                  <a:srgbClr val="FF0000"/>
                </a:solidFill>
              </a:rPr>
              <a:t>reactive</a:t>
            </a:r>
            <a:r>
              <a:rPr lang="en-GB" sz="2400" noProof="0" dirty="0"/>
              <a:t> system is one that maintains an ongoing interaction with its environment, and responds to changes that occur in it (in time for the response to be useful).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942807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34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15" y="1"/>
            <a:ext cx="8338456" cy="899886"/>
          </a:xfrm>
        </p:spPr>
        <p:txBody>
          <a:bodyPr>
            <a:normAutofit/>
          </a:bodyPr>
          <a:lstStyle/>
          <a:p>
            <a:r>
              <a:rPr lang="en-GB" sz="3200" b="1" noProof="0" dirty="0"/>
              <a:t>Proactiveness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15" y="1204686"/>
            <a:ext cx="8338456" cy="5363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noProof="0" dirty="0"/>
              <a:t>Reacting to an environment can be easy (e.g., stimulus → response rules)</a:t>
            </a:r>
          </a:p>
          <a:p>
            <a:pPr marL="0" indent="0">
              <a:buNone/>
            </a:pPr>
            <a:r>
              <a:rPr lang="en-GB" sz="2400" noProof="0" dirty="0"/>
              <a:t>But we want to be able to delegate tasks and goals to agents, hence the need for goal directed behaviour.</a:t>
            </a:r>
          </a:p>
          <a:p>
            <a:pPr marL="0" indent="0">
              <a:buNone/>
            </a:pPr>
            <a:r>
              <a:rPr lang="en-GB" sz="2400" b="1" noProof="0" dirty="0">
                <a:solidFill>
                  <a:srgbClr val="FF0000"/>
                </a:solidFill>
              </a:rPr>
              <a:t>Pro-activeness</a:t>
            </a:r>
            <a:r>
              <a:rPr lang="en-GB" sz="2400" noProof="0" dirty="0"/>
              <a:t> = generating and attempting to achieve goals; not driven solely by events; taking the initiative.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81292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34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15" y="1"/>
            <a:ext cx="8338456" cy="899886"/>
          </a:xfrm>
        </p:spPr>
        <p:txBody>
          <a:bodyPr>
            <a:normAutofit/>
          </a:bodyPr>
          <a:lstStyle/>
          <a:p>
            <a:r>
              <a:rPr lang="en-GB" sz="3200" b="1" noProof="0" dirty="0"/>
              <a:t>Balancing reactive and goal-oriented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15" y="1204686"/>
            <a:ext cx="8338456" cy="5363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noProof="0" dirty="0"/>
              <a:t>We want our agents to be reactive, responding to changing conditions in an appropriate (timely) fashion.</a:t>
            </a:r>
          </a:p>
          <a:p>
            <a:pPr marL="0" indent="0">
              <a:buNone/>
            </a:pPr>
            <a:r>
              <a:rPr lang="en-GB" sz="2400" noProof="0" dirty="0"/>
              <a:t>We want our agents to systematically work towards long-term goals.</a:t>
            </a:r>
          </a:p>
          <a:p>
            <a:pPr marL="0" indent="0">
              <a:buNone/>
            </a:pPr>
            <a:r>
              <a:rPr lang="en-GB" sz="2400" noProof="0" dirty="0"/>
              <a:t>These two considerations can be at odds with one another.</a:t>
            </a:r>
          </a:p>
          <a:p>
            <a:pPr marL="0" indent="0">
              <a:buNone/>
            </a:pPr>
            <a:r>
              <a:rPr lang="en-GB" sz="2400" noProof="0" dirty="0"/>
              <a:t>Designing an agent that can effectively balance the two remains an open research problem.</a:t>
            </a:r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417057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11398</TotalTime>
  <Words>196</Words>
  <Application>Microsoft Macintosh PowerPoint</Application>
  <PresentationFormat>Overhead</PresentationFormat>
  <Paragraphs>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Reactivity </vt:lpstr>
      <vt:lpstr>Proactiveness</vt:lpstr>
      <vt:lpstr>Balancing reactive and goal-oriented behaviour</vt:lpstr>
    </vt:vector>
  </TitlesOfParts>
  <Company>King's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</dc:title>
  <dc:creator>Black, Elizabeth</dc:creator>
  <cp:lastModifiedBy>Black, Elizabeth</cp:lastModifiedBy>
  <cp:revision>530</cp:revision>
  <cp:lastPrinted>2019-09-21T14:54:22Z</cp:lastPrinted>
  <dcterms:created xsi:type="dcterms:W3CDTF">2017-09-25T10:51:27Z</dcterms:created>
  <dcterms:modified xsi:type="dcterms:W3CDTF">2020-09-29T16:59:06Z</dcterms:modified>
</cp:coreProperties>
</file>