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696"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8367"/>
  </p:normalViewPr>
  <p:slideViewPr>
    <p:cSldViewPr snapToGrid="0" snapToObjects="1">
      <p:cViewPr varScale="1">
        <p:scale>
          <a:sx n="99" d="100"/>
          <a:sy n="99" d="100"/>
        </p:scale>
        <p:origin x="25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6486E1-C727-C949-9D6C-C1DDD8340AF2}" type="datetimeFigureOut">
              <a:rPr lang="en-GB" smtClean="0"/>
              <a:t>29/09/2020</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EF2FF1-06BE-2C47-BFF8-B6E1D11D01D2}" type="slidenum">
              <a:rPr lang="en-GB" smtClean="0"/>
              <a:t>‹#›</a:t>
            </a:fld>
            <a:endParaRPr lang="en-GB"/>
          </a:p>
        </p:txBody>
      </p:sp>
    </p:spTree>
    <p:extLst>
      <p:ext uri="{BB962C8B-B14F-4D97-AF65-F5344CB8AC3E}">
        <p14:creationId xmlns:p14="http://schemas.microsoft.com/office/powerpoint/2010/main" val="2231632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a:lnSpc>
                <a:spcPct val="70000"/>
              </a:lnSpc>
            </a:pPr>
            <a:endParaRPr lang="en-GB" altLang="en-US" sz="1200" dirty="0">
              <a:ea typeface="ＭＳ Ｐゴシック" panose="020B0600070205080204" pitchFamily="34" charset="-128"/>
            </a:endParaRPr>
          </a:p>
        </p:txBody>
      </p:sp>
      <p:sp>
        <p:nvSpPr>
          <p:cNvPr id="4" name="Slide Number Placeholder 3"/>
          <p:cNvSpPr>
            <a:spLocks noGrp="1"/>
          </p:cNvSpPr>
          <p:nvPr>
            <p:ph type="sldNum" sz="quarter" idx="10"/>
          </p:nvPr>
        </p:nvSpPr>
        <p:spPr/>
        <p:txBody>
          <a:bodyPr/>
          <a:lstStyle/>
          <a:p>
            <a:fld id="{F3CEAD2B-4528-43F8-BD40-14785C9B35E2}" type="slidenum">
              <a:rPr lang="en-GB" smtClean="0"/>
              <a:t>1</a:t>
            </a:fld>
            <a:endParaRPr lang="en-GB"/>
          </a:p>
        </p:txBody>
      </p:sp>
    </p:spTree>
    <p:extLst>
      <p:ext uri="{BB962C8B-B14F-4D97-AF65-F5344CB8AC3E}">
        <p14:creationId xmlns:p14="http://schemas.microsoft.com/office/powerpoint/2010/main" val="1875711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95D12723-BF61-4944-A662-014E52D10E8C}" type="datetimeFigureOut">
              <a:rPr lang="en-GB" smtClean="0"/>
              <a:t>29/09/2020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43D0E2-769A-AD46-AB59-9228385D38F6}" type="slidenum">
              <a:rPr lang="en-GB" smtClean="0"/>
              <a:t>‹#›</a:t>
            </a:fld>
            <a:endParaRPr lang="en-GB"/>
          </a:p>
        </p:txBody>
      </p:sp>
    </p:spTree>
    <p:extLst>
      <p:ext uri="{BB962C8B-B14F-4D97-AF65-F5344CB8AC3E}">
        <p14:creationId xmlns:p14="http://schemas.microsoft.com/office/powerpoint/2010/main" val="2872523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5D12723-BF61-4944-A662-014E52D10E8C}" type="datetimeFigureOut">
              <a:rPr lang="en-GB" smtClean="0"/>
              <a:t>29/09/2020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43D0E2-769A-AD46-AB59-9228385D38F6}" type="slidenum">
              <a:rPr lang="en-GB" smtClean="0"/>
              <a:t>‹#›</a:t>
            </a:fld>
            <a:endParaRPr lang="en-GB"/>
          </a:p>
        </p:txBody>
      </p:sp>
    </p:spTree>
    <p:extLst>
      <p:ext uri="{BB962C8B-B14F-4D97-AF65-F5344CB8AC3E}">
        <p14:creationId xmlns:p14="http://schemas.microsoft.com/office/powerpoint/2010/main" val="4251834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5D12723-BF61-4944-A662-014E52D10E8C}" type="datetimeFigureOut">
              <a:rPr lang="en-GB" smtClean="0"/>
              <a:t>29/09/2020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43D0E2-769A-AD46-AB59-9228385D38F6}" type="slidenum">
              <a:rPr lang="en-GB" smtClean="0"/>
              <a:t>‹#›</a:t>
            </a:fld>
            <a:endParaRPr lang="en-GB"/>
          </a:p>
        </p:txBody>
      </p:sp>
    </p:spTree>
    <p:extLst>
      <p:ext uri="{BB962C8B-B14F-4D97-AF65-F5344CB8AC3E}">
        <p14:creationId xmlns:p14="http://schemas.microsoft.com/office/powerpoint/2010/main" val="155620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5D12723-BF61-4944-A662-014E52D10E8C}" type="datetimeFigureOut">
              <a:rPr lang="en-GB" smtClean="0"/>
              <a:t>29/09/2020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943D0E2-769A-AD46-AB59-9228385D38F6}" type="slidenum">
              <a:rPr lang="en-GB" smtClean="0"/>
              <a:t>‹#›</a:t>
            </a:fld>
            <a:endParaRPr lang="en-GB"/>
          </a:p>
        </p:txBody>
      </p:sp>
    </p:spTree>
    <p:extLst>
      <p:ext uri="{BB962C8B-B14F-4D97-AF65-F5344CB8AC3E}">
        <p14:creationId xmlns:p14="http://schemas.microsoft.com/office/powerpoint/2010/main" val="2942456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5D12723-BF61-4944-A662-014E52D10E8C}" type="datetimeFigureOut">
              <a:rPr lang="en-GB" smtClean="0"/>
              <a:t>29/09/2020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943D0E2-769A-AD46-AB59-9228385D38F6}" type="slidenum">
              <a:rPr lang="en-GB" smtClean="0"/>
              <a:t>‹#›</a:t>
            </a:fld>
            <a:endParaRPr lang="en-GB"/>
          </a:p>
        </p:txBody>
      </p:sp>
    </p:spTree>
    <p:extLst>
      <p:ext uri="{BB962C8B-B14F-4D97-AF65-F5344CB8AC3E}">
        <p14:creationId xmlns:p14="http://schemas.microsoft.com/office/powerpoint/2010/main" val="185497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5D12723-BF61-4944-A662-014E52D10E8C}" type="datetimeFigureOut">
              <a:rPr lang="en-GB" smtClean="0"/>
              <a:t>29/09/2020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943D0E2-769A-AD46-AB59-9228385D38F6}" type="slidenum">
              <a:rPr lang="en-GB" smtClean="0"/>
              <a:t>‹#›</a:t>
            </a:fld>
            <a:endParaRPr lang="en-GB"/>
          </a:p>
        </p:txBody>
      </p:sp>
    </p:spTree>
    <p:extLst>
      <p:ext uri="{BB962C8B-B14F-4D97-AF65-F5344CB8AC3E}">
        <p14:creationId xmlns:p14="http://schemas.microsoft.com/office/powerpoint/2010/main" val="1199891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D12723-BF61-4944-A662-014E52D10E8C}" type="datetimeFigureOut">
              <a:rPr lang="en-GB" smtClean="0"/>
              <a:t>29/09/2020</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943D0E2-769A-AD46-AB59-9228385D38F6}" type="slidenum">
              <a:rPr lang="en-GB" smtClean="0"/>
              <a:t>‹#›</a:t>
            </a:fld>
            <a:endParaRPr lang="en-GB"/>
          </a:p>
        </p:txBody>
      </p:sp>
    </p:spTree>
    <p:extLst>
      <p:ext uri="{BB962C8B-B14F-4D97-AF65-F5344CB8AC3E}">
        <p14:creationId xmlns:p14="http://schemas.microsoft.com/office/powerpoint/2010/main" val="2625096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5D12723-BF61-4944-A662-014E52D10E8C}" type="datetimeFigureOut">
              <a:rPr lang="en-GB" smtClean="0"/>
              <a:t>29/09/2020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943D0E2-769A-AD46-AB59-9228385D38F6}" type="slidenum">
              <a:rPr lang="en-GB" smtClean="0"/>
              <a:t>‹#›</a:t>
            </a:fld>
            <a:endParaRPr lang="en-GB"/>
          </a:p>
        </p:txBody>
      </p:sp>
    </p:spTree>
    <p:extLst>
      <p:ext uri="{BB962C8B-B14F-4D97-AF65-F5344CB8AC3E}">
        <p14:creationId xmlns:p14="http://schemas.microsoft.com/office/powerpoint/2010/main" val="219998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5D12723-BF61-4944-A662-014E52D10E8C}" type="datetimeFigureOut">
              <a:rPr lang="en-GB" smtClean="0"/>
              <a:t>29/09/2020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943D0E2-769A-AD46-AB59-9228385D38F6}" type="slidenum">
              <a:rPr lang="en-GB" smtClean="0"/>
              <a:t>‹#›</a:t>
            </a:fld>
            <a:endParaRPr lang="en-GB"/>
          </a:p>
        </p:txBody>
      </p:sp>
    </p:spTree>
    <p:extLst>
      <p:ext uri="{BB962C8B-B14F-4D97-AF65-F5344CB8AC3E}">
        <p14:creationId xmlns:p14="http://schemas.microsoft.com/office/powerpoint/2010/main" val="2544626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5D12723-BF61-4944-A662-014E52D10E8C}" type="datetimeFigureOut">
              <a:rPr lang="en-GB" smtClean="0"/>
              <a:t>29/09/2020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43D0E2-769A-AD46-AB59-9228385D38F6}" type="slidenum">
              <a:rPr lang="en-GB" smtClean="0"/>
              <a:t>‹#›</a:t>
            </a:fld>
            <a:endParaRPr lang="en-GB"/>
          </a:p>
        </p:txBody>
      </p:sp>
    </p:spTree>
    <p:extLst>
      <p:ext uri="{BB962C8B-B14F-4D97-AF65-F5344CB8AC3E}">
        <p14:creationId xmlns:p14="http://schemas.microsoft.com/office/powerpoint/2010/main" val="1633093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5D12723-BF61-4944-A662-014E52D10E8C}" type="datetimeFigureOut">
              <a:rPr lang="en-GB" smtClean="0"/>
              <a:t>29/09/2020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43D0E2-769A-AD46-AB59-9228385D38F6}" type="slidenum">
              <a:rPr lang="en-GB" smtClean="0"/>
              <a:t>‹#›</a:t>
            </a:fld>
            <a:endParaRPr lang="en-GB"/>
          </a:p>
        </p:txBody>
      </p:sp>
    </p:spTree>
    <p:extLst>
      <p:ext uri="{BB962C8B-B14F-4D97-AF65-F5344CB8AC3E}">
        <p14:creationId xmlns:p14="http://schemas.microsoft.com/office/powerpoint/2010/main" val="1508372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D12723-BF61-4944-A662-014E52D10E8C}" type="datetimeFigureOut">
              <a:rPr lang="en-GB" smtClean="0"/>
              <a:t>29/09/2020</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43D0E2-769A-AD46-AB59-9228385D38F6}" type="slidenum">
              <a:rPr lang="en-GB" smtClean="0"/>
              <a:t>‹#›</a:t>
            </a:fld>
            <a:endParaRPr lang="en-GB"/>
          </a:p>
        </p:txBody>
      </p:sp>
    </p:spTree>
    <p:extLst>
      <p:ext uri="{BB962C8B-B14F-4D97-AF65-F5344CB8AC3E}">
        <p14:creationId xmlns:p14="http://schemas.microsoft.com/office/powerpoint/2010/main" val="23676323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
            <a:ext cx="9144000" cy="834571"/>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420915" y="1"/>
            <a:ext cx="8338456" cy="899886"/>
          </a:xfrm>
        </p:spPr>
        <p:txBody>
          <a:bodyPr>
            <a:normAutofit/>
          </a:bodyPr>
          <a:lstStyle/>
          <a:p>
            <a:r>
              <a:rPr lang="en-GB" sz="3200" b="1" dirty="0"/>
              <a:t>Multi-agent domain -&gt; need for social ability</a:t>
            </a:r>
          </a:p>
        </p:txBody>
      </p:sp>
      <p:sp>
        <p:nvSpPr>
          <p:cNvPr id="3" name="Content Placeholder 2"/>
          <p:cNvSpPr>
            <a:spLocks noGrp="1"/>
          </p:cNvSpPr>
          <p:nvPr>
            <p:ph idx="1"/>
          </p:nvPr>
        </p:nvSpPr>
        <p:spPr>
          <a:xfrm>
            <a:off x="420915" y="1204688"/>
            <a:ext cx="8338456" cy="5363027"/>
          </a:xfrm>
        </p:spPr>
        <p:txBody>
          <a:bodyPr>
            <a:noAutofit/>
          </a:bodyPr>
          <a:lstStyle/>
          <a:p>
            <a:pPr marL="0" indent="0">
              <a:buNone/>
            </a:pPr>
            <a:r>
              <a:rPr lang="en-GB" sz="2400" dirty="0"/>
              <a:t>The real world is a multi-agent environment: we cannot go around attempting to achieve goals without taking others into account, we need to </a:t>
            </a:r>
            <a:r>
              <a:rPr lang="en-GB" sz="2400" b="1" dirty="0">
                <a:solidFill>
                  <a:srgbClr val="FF0000"/>
                </a:solidFill>
              </a:rPr>
              <a:t>coordinate</a:t>
            </a:r>
            <a:r>
              <a:rPr lang="en-GB" sz="2400" dirty="0"/>
              <a:t> with those around us.</a:t>
            </a:r>
          </a:p>
          <a:p>
            <a:pPr marL="0" indent="0">
              <a:buNone/>
            </a:pPr>
            <a:r>
              <a:rPr lang="en-GB" sz="2400" dirty="0"/>
              <a:t>Some goals can only be achieved with the </a:t>
            </a:r>
            <a:r>
              <a:rPr lang="en-GB" sz="2400" b="1" dirty="0">
                <a:solidFill>
                  <a:srgbClr val="FF0000"/>
                </a:solidFill>
              </a:rPr>
              <a:t>cooperation</a:t>
            </a:r>
            <a:r>
              <a:rPr lang="en-GB" sz="2400" dirty="0"/>
              <a:t> of others.</a:t>
            </a:r>
          </a:p>
          <a:p>
            <a:pPr marL="0" indent="0">
              <a:buNone/>
            </a:pPr>
            <a:r>
              <a:rPr lang="en-GB" sz="2400" dirty="0"/>
              <a:t>Agents will be acting on behalf of users with different goals and motivations. Can’t just command another agent to do something (agents are autonomous!), needs to be something in it for them.</a:t>
            </a:r>
          </a:p>
          <a:p>
            <a:pPr marL="0" indent="0">
              <a:buNone/>
            </a:pPr>
            <a:r>
              <a:rPr lang="en-GB" sz="2400" b="1" dirty="0">
                <a:solidFill>
                  <a:srgbClr val="FF0000"/>
                </a:solidFill>
              </a:rPr>
              <a:t>Social ability </a:t>
            </a:r>
            <a:r>
              <a:rPr lang="en-GB" sz="2400" dirty="0"/>
              <a:t>in agents is the ability to interact with other agents. To successfully interact they will require the ability to cooperate, coordinate, and negotiate with each other.</a:t>
            </a:r>
          </a:p>
          <a:p>
            <a:pPr marL="0" indent="0">
              <a:buNone/>
            </a:pPr>
            <a:endParaRPr lang="en-GB" sz="2400" dirty="0"/>
          </a:p>
          <a:p>
            <a:pPr marL="0" indent="0">
              <a:buNone/>
            </a:pPr>
            <a:endParaRPr lang="en-GB" sz="2400" dirty="0"/>
          </a:p>
          <a:p>
            <a:pPr marL="0" indent="0">
              <a:buNone/>
            </a:pPr>
            <a:endParaRPr lang="en-GB" sz="2400" dirty="0"/>
          </a:p>
          <a:p>
            <a:pPr marL="0" indent="0">
              <a:buNone/>
            </a:pPr>
            <a:endParaRPr lang="en-GB" sz="2400" dirty="0"/>
          </a:p>
          <a:p>
            <a:pPr marL="0" indent="0">
              <a:buNone/>
            </a:pPr>
            <a:endParaRPr lang="en-GB" sz="2400" dirty="0"/>
          </a:p>
          <a:p>
            <a:pPr marL="0" indent="0">
              <a:buNone/>
            </a:pPr>
            <a:endParaRPr lang="en-GB" sz="2400" dirty="0"/>
          </a:p>
          <a:p>
            <a:pPr marL="0" indent="0">
              <a:buNone/>
            </a:pPr>
            <a:endParaRPr lang="en-GB" sz="2400" dirty="0"/>
          </a:p>
        </p:txBody>
      </p:sp>
    </p:spTree>
    <p:extLst>
      <p:ext uri="{BB962C8B-B14F-4D97-AF65-F5344CB8AC3E}">
        <p14:creationId xmlns:p14="http://schemas.microsoft.com/office/powerpoint/2010/main" val="198643076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59</TotalTime>
  <Words>119</Words>
  <Application>Microsoft Macintosh PowerPoint</Application>
  <PresentationFormat>On-screen Show (4:3)</PresentationFormat>
  <Paragraphs>11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Multi-agent domain -&gt; need for social ability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an agent?</dc:title>
  <dc:creator>Black, Elizabeth</dc:creator>
  <cp:lastModifiedBy>Black, Elizabeth</cp:lastModifiedBy>
  <cp:revision>4</cp:revision>
  <dcterms:created xsi:type="dcterms:W3CDTF">2020-08-27T12:20:12Z</dcterms:created>
  <dcterms:modified xsi:type="dcterms:W3CDTF">2020-09-29T17:02:13Z</dcterms:modified>
</cp:coreProperties>
</file>